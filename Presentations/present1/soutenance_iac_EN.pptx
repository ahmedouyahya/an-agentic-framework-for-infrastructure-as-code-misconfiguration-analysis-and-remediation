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00BFA5"/>
                </a:solidFill>
              </a:rPr>
              <a:t>STATE OF THE ART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0040" y="1280160"/>
            <a:ext cx="8503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An Agentic Framework for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IaC Misconfiguration Analysis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and Remediation</a:t>
            </a:r>
            <a:endParaRPr lang="en-US" sz="3400" dirty="0"/>
          </a:p>
        </p:txBody>
      </p:sp>
      <p:sp>
        <p:nvSpPr>
          <p:cNvPr id="45" name="Shape 43"/>
          <p:cNvSpPr/>
          <p:nvPr/>
        </p:nvSpPr>
        <p:spPr>
          <a:xfrm>
            <a:off x="320040" y="3611880"/>
            <a:ext cx="22860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749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Ahmedou Yahye Kheyri   ·   Supervised by: Hala Bezine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PRESENTATION OUTLINE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24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Context &amp; 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252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IaC, security &amp; limits of passive RAG systems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039112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Taxonomies &amp; Detection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Defect classification and security smells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026664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999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Specialized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2278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GLITCH, Checkov, Terrascan, Ansible-Lint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4014216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986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LLMs for IaC Security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2153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Secure generation &amp; semantic detection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1024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LLMs vs Static Analyzers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1252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Hybrid benchmark &amp; complementarity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039112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011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Agentic Architecture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240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The 6 modules of the proposed framework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026664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2999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Workflow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32278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Iterative validation &amp; critique loop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4014216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3986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Contributions &amp; Perspectives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42153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Contributions and future work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 &amp;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931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 as Code (IaC)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Tools:</a:t>
            </a:r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  Terraform, Ansible, Puppet, Chef, K8s YAML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Advantages: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  Automatisation, reproductibilité, scalabilité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Risks: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  Security smells, mots de passe en clair, permissions excessives, dépendances obsolètes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Impact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  Pertes financières, interruptions de service, violations de données [3]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51560"/>
            <a:ext cx="429768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78992"/>
            <a:ext cx="4206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Limits of Standard RAG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292608" cy="29260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47488" y="1527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Fournit des conseils sans vérifier leur applicabilité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093976"/>
            <a:ext cx="292608" cy="29260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2112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No independent cross-validation du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679192"/>
            <a:ext cx="292608" cy="29260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4748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Fixes not tested against real code analysé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64408"/>
            <a:ext cx="292608" cy="29260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47488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Absence de boucle de critique itérative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849624"/>
            <a:ext cx="292608" cy="29260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47488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Besoin : un agent actif, critique et vérificateur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Defect Taxonomies &amp; Security Smells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5740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2019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7 Security Smells [1]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Rahman et al. — mots de passe codés en dur, cryptographie faible… Tools: Ansible, Chef, Puppet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51560"/>
            <a:ext cx="2057400" cy="4572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Gang of Eight [6]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Rahman et al. — 8 IaC defect categories: Configuration Data, Dependency, Security…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20574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Replication [2]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Rahman et al. — Replication study on Ansible &amp; Chef confirming the initial taxonomy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05156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051560"/>
            <a:ext cx="205740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62 Categories [8]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14884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War et al. — 7 IaC tools, CWE alignment — ideal knowledge base for a RAG system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00BFA5">
              <a:alpha val="8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→  The 62-category taxonomy (War et al., 2025) aligned with CWE forms the knowledge base of the proposed RAG system.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Detection: from Metrics to Semantic Models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Classical Approach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[9]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Dalla Palma et al., 2022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Méthode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Random Forest + product/process metrics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Résultat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Best predictor: structural metrics (tokens, entropy) &gt; process metrics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051560"/>
            <a:ext cx="2743200" cy="3840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9272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</a:rPr>
              <a:t>[4]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85032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War et al.,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9272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Méthode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20848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CodeBERT &amp; LongFormer — compréhension sémantique IaC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2834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Résultat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9272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F1 : 0.46 → 0.92 sur Ansible (gain majeur vs méthodes classiques)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051560"/>
            <a:ext cx="274320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+ Prompt Engineering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72784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[5]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38544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De Vito et al.,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72784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Méthode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72784" y="20848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SecLLM — prompt engineering + cache + filtrage par confidence score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72784" y="2834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Résultat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72784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Surpasse GLITCH sur plusieurs datasets, gère la non-déterminisme LLM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Specialized Security Tools for IaC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1168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97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GLITCH [10]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581912"/>
            <a:ext cx="1874520" cy="256032"/>
          </a:xfrm>
          <a:prstGeom prst="rect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9105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Primary Validator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3B"/>
                </a:solidFill>
              </a:rPr>
              <a:t>Scope: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Ansible, Chef, Puppet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Framework polyglotte — représentation intermédiaire pour détecter 9 smells. Higher precision than SLIC and SLAC.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051560"/>
            <a:ext cx="2011680" cy="4572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097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Checkov 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23744" y="1581912"/>
            <a:ext cx="1874520" cy="256032"/>
          </a:xfrm>
          <a:prstGeom prst="rect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159105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A5F5"/>
                </a:solidFill>
              </a:rPr>
              <a:t>Terraform/K8s Validator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3B"/>
                </a:solidFill>
              </a:rPr>
              <a:t>Scope: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42032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Terraform, K8s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42032" y="24231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Open-source static policy scanner, widely used in industry.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051560"/>
            <a:ext cx="201168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097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Terrascan —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0016" y="1581912"/>
            <a:ext cx="1874520" cy="256032"/>
          </a:xfrm>
          <a:prstGeom prst="rect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59105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Cross-validation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8304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3B"/>
                </a:solidFill>
              </a:rPr>
              <a:t>Scope: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8304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Multi-outils IaC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18304" y="24231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Multi-IaC static analysis, compliance and security violation detection.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03136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1051560"/>
            <a:ext cx="201168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1097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SecLLM [5]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76288" y="1581912"/>
            <a:ext cx="1874520" cy="256032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159105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</a:rPr>
              <a:t>Semantic Detection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94576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3B"/>
                </a:solidFill>
              </a:rPr>
              <a:t>Scope: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94576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IaC général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94576" y="24231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Framework LLM avec caching + filtrage par confidence score pour détecter les smells.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LLMs vs Static Analyzers — Benchmark [12]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Analyzers Statiques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(SonarQube, CodeQL, SnykCode)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LLMs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(GPT-4.1, Mistral Large, DeepSeek V3)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Average F1 Score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0.26 – 0.55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FA5"/>
                          </a:solidFill>
                        </a:rPr>
                        <a:t>0.75 – 0.80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Contextual reasoning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Limited (règles fixes)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Strong (compréhension sémantique)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False positives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Few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More frequent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Error localization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Precise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Approximate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Determinism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No (stochastique)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</a:rPr>
                        <a:t>Bilan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</a:rPr>
                        <a:t>Precise / low recall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</a:rPr>
                        <a:t>Meilleur rappel mais imprécis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34256"/>
            <a:ext cx="8229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Hybrid approach (LLM + static analyzer): combines LLM recall with static tool precision. This is exactly what our agentic framework achieves.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LLMs for Secure IaC Generation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8813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GenSIAC  [11] — Li et al., 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Dataset d'instruction-tuning </a:t>
            </a:r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pour rendre les LLMs conscients de la sécurité IaC.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Résultat clé : </a:t>
            </a:r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F1-score de génération sécurisée passe de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371600" cy="548640"/>
          </a:xfrm>
          <a:prstGeom prst="rect">
            <a:avLst/>
          </a:prstGeom>
          <a:solidFill>
            <a:srgbClr val="EF5350">
              <a:alpha val="8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 = 0.30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(avant)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788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77440" y="2788920"/>
            <a:ext cx="1371600" cy="548640"/>
          </a:xfrm>
          <a:prstGeom prst="rect">
            <a:avLst/>
          </a:prstGeom>
          <a:solidFill>
            <a:srgbClr val="66BB6A">
              <a:alpha val="9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788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 = 0.85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(après)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4290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Role in the framework: Fine-tuning the Fix Generator to produce secure IaC patches.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4206240" cy="3840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88136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SecLLM  [5] — De Vito et al., 2025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545336"/>
            <a:ext cx="54864" cy="228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Prompt engineering structuré pour la détection de smells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67128"/>
            <a:ext cx="54864" cy="228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Cache de résultats : réduction de la non-déterminisme LLM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54864" cy="228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7523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Filtrage par confidence score : seuil adaptatif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410712"/>
            <a:ext cx="54864" cy="228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3741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Outperforms GLITCH on several IaC benchmarks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4032504"/>
            <a:ext cx="54864" cy="228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995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Rôle : inspire le scoring des patches dans le Fix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Proposed Agentic Architecture — 6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83464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Central Orchestrator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50876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Manages workflow, global state and iteration decisions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834640" cy="3840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Contextual Analyzer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5848" y="150876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CodeBERT + metrics — IaC type, risk areas, enriched context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051560"/>
            <a:ext cx="283464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RAG Retriever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3368" y="150876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Vector knowledge base (62 smells + audits) — relevant docs by context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63240"/>
            <a:ext cx="2834640" cy="3840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08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Fix Generator (LLM)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352044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LLM fine-tuné (GenSIAC/SecLLM) — génère des patches + confidence 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63240"/>
            <a:ext cx="2834640" cy="3840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108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 External Validator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352044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GLITCH, Checkov, Terrascan — LLM-independent validation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306324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063240"/>
            <a:ext cx="2834640" cy="3840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108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 Patch Formatter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73368" y="352044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Ready-to-use unified diff + CWE explanation + justification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63240" y="196596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080760" y="196596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063240" y="397764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80760" y="397764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Workflow, Contributions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325880" cy="9601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Submit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IaC Script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54480" y="1527048"/>
            <a:ext cx="15544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9928" y="1051560"/>
            <a:ext cx="1325880" cy="9601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09928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09928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Contextual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Analysis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35808" y="1527048"/>
            <a:ext cx="15544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91256" y="1051560"/>
            <a:ext cx="132588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91256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91256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Retrieval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RAG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17136" y="1527048"/>
            <a:ext cx="15544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1051560"/>
            <a:ext cx="1325880" cy="9601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72584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LLM Patch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Generation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98464" y="1527048"/>
            <a:ext cx="15544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1051560"/>
            <a:ext cx="1325880" cy="9601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53912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53912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External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Validation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79792" y="1527048"/>
            <a:ext cx="15544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1051560"/>
            <a:ext cx="1325880" cy="9601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35240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Validated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Patch 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↺  Orchestrator retry loop (max 3×) — re-query RAG or re-generate patch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46888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468880"/>
            <a:ext cx="402336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4963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Contributions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2907792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28712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LLM-independent validation loop (GLITCH, Checkov)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383280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3467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Iterative and contextual remediation (beyond CRAG)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858768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822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Actionable patches + unified diff + CWE references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334256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2976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LLM + static analyzer hybridization (best combined F1)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468880"/>
            <a:ext cx="4206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468880"/>
            <a:ext cx="420624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24963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Perspectives &amp; Future Work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2944368"/>
            <a:ext cx="182880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29077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Prototype implementation &amp; evaluation on real-world datasets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419856"/>
            <a:ext cx="182880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33832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Build vector knowledge base (taxonomies + audit reports)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895344"/>
            <a:ext cx="182880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38587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Manage LLM non-determinism (caching, confidence thresholds)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4370832"/>
            <a:ext cx="182880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10912" y="43342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User feedback loop to refine corrections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Agentic Framework for IaC Misconfiguration Analysis and Remediation</dc:title>
  <dc:subject>PptxGenJS Presentation</dc:subject>
  <dc:creator>PptxGenJS</dc:creator>
  <cp:lastModifiedBy>PptxGenJS</cp:lastModifiedBy>
  <cp:revision>1</cp:revision>
  <dcterms:created xsi:type="dcterms:W3CDTF">2026-03-16T09:09:46Z</dcterms:created>
  <dcterms:modified xsi:type="dcterms:W3CDTF">2026-03-16T09:09:46Z</dcterms:modified>
</cp:coreProperties>
</file>